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5" r:id="rId9"/>
    <p:sldId id="264" r:id="rId10"/>
  </p:sldIdLst>
  <p:sldSz cx="10691813" cy="7559675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29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1" autoAdjust="0"/>
    <p:restoredTop sz="94660"/>
  </p:normalViewPr>
  <p:slideViewPr>
    <p:cSldViewPr snapToGrid="0">
      <p:cViewPr>
        <p:scale>
          <a:sx n="400" d="100"/>
          <a:sy n="400" d="100"/>
        </p:scale>
        <p:origin x="-7338" y="-57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3" d="100"/>
          <a:sy n="123" d="100"/>
        </p:scale>
        <p:origin x="412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F93A0E-8929-4842-A01E-AE37E182F435}" type="datetimeFigureOut">
              <a:rPr lang="fr-FR" smtClean="0"/>
              <a:t>13/01/2021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3772D1-F4A4-4B55-97B5-3D9F3166013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749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28517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514259" algn="l" defTabSz="1028517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1028517" algn="l" defTabSz="1028517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542776" algn="l" defTabSz="1028517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2057034" algn="l" defTabSz="1028517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2571293" algn="l" defTabSz="1028517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3085551" algn="l" defTabSz="1028517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3599810" algn="l" defTabSz="1028517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4114068" algn="l" defTabSz="1028517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verture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B834CCBF-820C-4C3E-BE63-95EB201389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691813" cy="5508181"/>
          </a:xfrm>
          <a:prstGeom prst="rect">
            <a:avLst/>
          </a:prstGeom>
        </p:spPr>
      </p:pic>
      <p:sp>
        <p:nvSpPr>
          <p:cNvPr id="5" name="Titre 4">
            <a:extLst>
              <a:ext uri="{FF2B5EF4-FFF2-40B4-BE49-F238E27FC236}">
                <a16:creationId xmlns:a16="http://schemas.microsoft.com/office/drawing/2014/main" id="{74956806-7A70-4D25-9981-553B15672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089" y="6156101"/>
            <a:ext cx="9221787" cy="132925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1B296A"/>
                </a:solidFill>
                <a:latin typeface="Sarabun SemiBold" panose="00000700000000000000" pitchFamily="2" charset="-34"/>
                <a:cs typeface="Sarabun SemiBold" panose="00000700000000000000" pitchFamily="2" charset="-34"/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537077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verture avec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pour une image  9">
            <a:extLst>
              <a:ext uri="{FF2B5EF4-FFF2-40B4-BE49-F238E27FC236}">
                <a16:creationId xmlns:a16="http://schemas.microsoft.com/office/drawing/2014/main" id="{46F5C6F3-0F13-4AF7-80C3-DA575C81B6B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0691813" cy="5508625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endParaRPr lang="fr-FR" dirty="0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74956806-7A70-4D25-9981-553B15672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089" y="6156101"/>
            <a:ext cx="9221787" cy="132925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1B296A"/>
                </a:solidFill>
                <a:latin typeface="Sarabun SemiBold" panose="00000700000000000000" pitchFamily="2" charset="-34"/>
                <a:cs typeface="Sarabun SemiBold" panose="00000700000000000000" pitchFamily="2" charset="-34"/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20F5D9-361E-4C1C-95F9-FB5A33D3EFA2}"/>
              </a:ext>
            </a:extLst>
          </p:cNvPr>
          <p:cNvSpPr/>
          <p:nvPr userDrawn="1"/>
        </p:nvSpPr>
        <p:spPr>
          <a:xfrm>
            <a:off x="-1" y="-1"/>
            <a:ext cx="10691813" cy="5508625"/>
          </a:xfrm>
          <a:prstGeom prst="rect">
            <a:avLst/>
          </a:prstGeom>
          <a:solidFill>
            <a:srgbClr val="1B296A">
              <a:alpha val="7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A8A7EB7-32B5-4AF4-9115-6B46173260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443"/>
            <a:ext cx="10691813" cy="5508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117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age chap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22BB75-19AD-4E0D-9157-12BDD33FC66E}"/>
              </a:ext>
            </a:extLst>
          </p:cNvPr>
          <p:cNvSpPr/>
          <p:nvPr userDrawn="1"/>
        </p:nvSpPr>
        <p:spPr>
          <a:xfrm>
            <a:off x="0" y="-1"/>
            <a:ext cx="10691813" cy="6780727"/>
          </a:xfrm>
          <a:prstGeom prst="rect">
            <a:avLst/>
          </a:prstGeom>
          <a:solidFill>
            <a:srgbClr val="1B296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Sarabum semibold"/>
            </a:endParaRPr>
          </a:p>
        </p:txBody>
      </p:sp>
      <p:pic>
        <p:nvPicPr>
          <p:cNvPr id="5" name="Image 4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23B23934-9084-42D8-8969-9C05160EBE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184" y="6948497"/>
            <a:ext cx="1400144" cy="47790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61F8FE9-A8A7-4368-A9CF-BE7192521155}"/>
              </a:ext>
            </a:extLst>
          </p:cNvPr>
          <p:cNvSpPr/>
          <p:nvPr userDrawn="1"/>
        </p:nvSpPr>
        <p:spPr>
          <a:xfrm>
            <a:off x="1983344" y="2607973"/>
            <a:ext cx="679538" cy="579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CA42FC61-BEDD-491C-B90A-6AC8208E2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3344" y="2991878"/>
            <a:ext cx="7926949" cy="2539597"/>
          </a:xfrm>
          <a:prstGeom prst="rect">
            <a:avLst/>
          </a:prstGeom>
        </p:spPr>
        <p:txBody>
          <a:bodyPr/>
          <a:lstStyle>
            <a:lvl1pPr>
              <a:defRPr sz="4000">
                <a:solidFill>
                  <a:schemeClr val="bg1">
                    <a:lumMod val="95000"/>
                  </a:schemeClr>
                </a:solidFill>
                <a:latin typeface="Sarabun SemiBold" panose="00000700000000000000" pitchFamily="2" charset="-34"/>
                <a:cs typeface="Sarabun SemiBold" panose="00000700000000000000" pitchFamily="2" charset="-34"/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26390CA5-6ABE-4385-BDE5-7013608869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7213" y="1098596"/>
            <a:ext cx="1225550" cy="1566817"/>
          </a:xfrm>
          <a:prstGeom prst="rect">
            <a:avLst/>
          </a:prstGeom>
        </p:spPr>
        <p:txBody>
          <a:bodyPr/>
          <a:lstStyle>
            <a:lvl1pPr>
              <a:buNone/>
              <a:defRPr sz="13700">
                <a:solidFill>
                  <a:schemeClr val="bg1"/>
                </a:solidFill>
                <a:latin typeface="Sarabun SemiBold" panose="00000700000000000000" pitchFamily="2" charset="-34"/>
                <a:cs typeface="Sarabun SemiBold" panose="00000700000000000000" pitchFamily="2" charset="-34"/>
              </a:defRPr>
            </a:lvl1pPr>
            <a:lvl2pPr>
              <a:defRPr>
                <a:latin typeface="Sarabun SemiBold" panose="00000700000000000000" pitchFamily="2" charset="-34"/>
                <a:cs typeface="Sarabun SemiBold" panose="00000700000000000000" pitchFamily="2" charset="-34"/>
              </a:defRPr>
            </a:lvl2pPr>
            <a:lvl3pPr>
              <a:defRPr>
                <a:latin typeface="Sarabun SemiBold" panose="00000700000000000000" pitchFamily="2" charset="-34"/>
                <a:cs typeface="Sarabun SemiBold" panose="00000700000000000000" pitchFamily="2" charset="-34"/>
              </a:defRPr>
            </a:lvl3pPr>
            <a:lvl4pPr>
              <a:defRPr>
                <a:latin typeface="Sarabun SemiBold" panose="00000700000000000000" pitchFamily="2" charset="-34"/>
                <a:cs typeface="Sarabun SemiBold" panose="00000700000000000000" pitchFamily="2" charset="-34"/>
              </a:defRPr>
            </a:lvl4pPr>
            <a:lvl5pPr>
              <a:defRPr>
                <a:latin typeface="Sarabun SemiBold" panose="00000700000000000000" pitchFamily="2" charset="-34"/>
                <a:cs typeface="Sarabun SemiBold" panose="00000700000000000000" pitchFamily="2" charset="-34"/>
              </a:defRPr>
            </a:lvl5pPr>
          </a:lstStyle>
          <a:p>
            <a:pPr lvl="0"/>
            <a:r>
              <a:rPr lang="fr-FR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839868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59A4E95-377C-45D0-90AD-0BCF8EC15388}"/>
              </a:ext>
            </a:extLst>
          </p:cNvPr>
          <p:cNvSpPr/>
          <p:nvPr userDrawn="1"/>
        </p:nvSpPr>
        <p:spPr>
          <a:xfrm>
            <a:off x="0" y="6767848"/>
            <a:ext cx="10691813" cy="791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" name="Image 1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F30450AC-5A14-49BB-AA3F-02A96B84A2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184" y="6948497"/>
            <a:ext cx="1400144" cy="477902"/>
          </a:xfrm>
          <a:prstGeom prst="rect">
            <a:avLst/>
          </a:prstGeom>
        </p:spPr>
      </p:pic>
      <p:sp>
        <p:nvSpPr>
          <p:cNvPr id="10" name="Titre 4">
            <a:extLst>
              <a:ext uri="{FF2B5EF4-FFF2-40B4-BE49-F238E27FC236}">
                <a16:creationId xmlns:a16="http://schemas.microsoft.com/office/drawing/2014/main" id="{1D245D5D-C951-4C14-A323-103EBEFD30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7184" y="403225"/>
            <a:ext cx="9477405" cy="28579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>
                    <a:lumMod val="85000"/>
                  </a:schemeClr>
                </a:solidFill>
                <a:latin typeface="Sarabun SemiBold" panose="00000700000000000000" pitchFamily="2" charset="-34"/>
                <a:cs typeface="Sarabun SemiBold" panose="00000700000000000000" pitchFamily="2" charset="-34"/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212015-DB56-4936-BCBC-8C6D22CF96FB}"/>
              </a:ext>
            </a:extLst>
          </p:cNvPr>
          <p:cNvSpPr/>
          <p:nvPr userDrawn="1"/>
        </p:nvSpPr>
        <p:spPr>
          <a:xfrm>
            <a:off x="656820" y="697702"/>
            <a:ext cx="489400" cy="45719"/>
          </a:xfrm>
          <a:prstGeom prst="rect">
            <a:avLst/>
          </a:prstGeom>
          <a:solidFill>
            <a:srgbClr val="1B296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1B296A"/>
              </a:solidFill>
            </a:endParaRPr>
          </a:p>
        </p:txBody>
      </p:sp>
      <p:sp>
        <p:nvSpPr>
          <p:cNvPr id="13" name="Espace réservé du contenu 12">
            <a:extLst>
              <a:ext uri="{FF2B5EF4-FFF2-40B4-BE49-F238E27FC236}">
                <a16:creationId xmlns:a16="http://schemas.microsoft.com/office/drawing/2014/main" id="{C3E36BE7-5643-49A8-8261-5EF8B979262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57225" y="1674254"/>
            <a:ext cx="4565650" cy="47973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Sarabun regular" panose="00000500000000000000" pitchFamily="2" charset="-34"/>
                <a:cs typeface="Sarabun regular" panose="00000500000000000000" pitchFamily="2" charset="-34"/>
              </a:defRPr>
            </a:lvl1pPr>
            <a:lvl2pPr marL="0" indent="0">
              <a:defRPr sz="1200">
                <a:latin typeface="Sarabun regular" panose="00000500000000000000" pitchFamily="2" charset="-34"/>
                <a:cs typeface="Sarabun regular" panose="00000500000000000000" pitchFamily="2" charset="-34"/>
              </a:defRPr>
            </a:lvl2pPr>
            <a:lvl3pPr marL="0" indent="0">
              <a:defRPr sz="1200">
                <a:latin typeface="Sarabun regular" panose="00000500000000000000" pitchFamily="2" charset="-34"/>
                <a:cs typeface="Sarabun regular" panose="00000500000000000000" pitchFamily="2" charset="-34"/>
              </a:defRPr>
            </a:lvl3pPr>
            <a:lvl4pPr marL="0" indent="0">
              <a:defRPr sz="1200">
                <a:latin typeface="Sarabun regular" panose="00000500000000000000" pitchFamily="2" charset="-34"/>
                <a:cs typeface="Sarabun regular" panose="00000500000000000000" pitchFamily="2" charset="-34"/>
              </a:defRPr>
            </a:lvl4pPr>
            <a:lvl5pPr marL="0" indent="0">
              <a:defRPr sz="1200">
                <a:latin typeface="Sarabun regular" panose="00000500000000000000" pitchFamily="2" charset="-34"/>
                <a:cs typeface="Sarabun regular" panose="00000500000000000000" pitchFamily="2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4" name="Espace réservé du contenu 12">
            <a:extLst>
              <a:ext uri="{FF2B5EF4-FFF2-40B4-BE49-F238E27FC236}">
                <a16:creationId xmlns:a16="http://schemas.microsoft.com/office/drawing/2014/main" id="{F9CDD49E-EEF5-469F-BA5B-33867483808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68939" y="1674254"/>
            <a:ext cx="4565650" cy="47973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Sarabun regular" panose="00000500000000000000" pitchFamily="2" charset="-34"/>
                <a:cs typeface="Sarabun regular" panose="00000500000000000000" pitchFamily="2" charset="-34"/>
              </a:defRPr>
            </a:lvl1pPr>
            <a:lvl2pPr marL="0" indent="0">
              <a:defRPr sz="1200">
                <a:latin typeface="Sarabun regular" panose="00000500000000000000" pitchFamily="2" charset="-34"/>
                <a:cs typeface="Sarabun regular" panose="00000500000000000000" pitchFamily="2" charset="-34"/>
              </a:defRPr>
            </a:lvl2pPr>
            <a:lvl3pPr marL="0" indent="0">
              <a:defRPr sz="1200">
                <a:latin typeface="Sarabun regular" panose="00000500000000000000" pitchFamily="2" charset="-34"/>
                <a:cs typeface="Sarabun regular" panose="00000500000000000000" pitchFamily="2" charset="-34"/>
              </a:defRPr>
            </a:lvl3pPr>
            <a:lvl4pPr marL="0" indent="0">
              <a:defRPr sz="1200">
                <a:latin typeface="Sarabun regular" panose="00000500000000000000" pitchFamily="2" charset="-34"/>
                <a:cs typeface="Sarabun regular" panose="00000500000000000000" pitchFamily="2" charset="-34"/>
              </a:defRPr>
            </a:lvl4pPr>
            <a:lvl5pPr marL="0" indent="0">
              <a:defRPr sz="1200">
                <a:latin typeface="Sarabun regular" panose="00000500000000000000" pitchFamily="2" charset="-34"/>
                <a:cs typeface="Sarabun regular" panose="00000500000000000000" pitchFamily="2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375A8FA4-8A9F-405E-A575-585F0CC759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7213" y="869950"/>
            <a:ext cx="9477375" cy="285750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rgbClr val="1B296A"/>
                </a:solidFill>
                <a:latin typeface="Sarabun SemiBold" panose="00000700000000000000" pitchFamily="2" charset="-34"/>
                <a:cs typeface="Sarabun SemiBold" panose="00000700000000000000" pitchFamily="2" charset="-34"/>
              </a:defRPr>
            </a:lvl1pPr>
            <a:lvl2pPr>
              <a:defRPr>
                <a:latin typeface="Sarabun SemiBold" panose="00000700000000000000" pitchFamily="2" charset="-34"/>
                <a:cs typeface="Sarabun SemiBold" panose="00000700000000000000" pitchFamily="2" charset="-34"/>
              </a:defRPr>
            </a:lvl2pPr>
            <a:lvl3pPr>
              <a:defRPr>
                <a:latin typeface="Sarabun SemiBold" panose="00000700000000000000" pitchFamily="2" charset="-34"/>
                <a:cs typeface="Sarabun SemiBold" panose="00000700000000000000" pitchFamily="2" charset="-34"/>
              </a:defRPr>
            </a:lvl3pPr>
            <a:lvl4pPr>
              <a:defRPr>
                <a:latin typeface="Sarabun SemiBold" panose="00000700000000000000" pitchFamily="2" charset="-34"/>
                <a:cs typeface="Sarabun SemiBold" panose="00000700000000000000" pitchFamily="2" charset="-34"/>
              </a:defRPr>
            </a:lvl4pPr>
            <a:lvl5pPr>
              <a:defRPr>
                <a:latin typeface="Sarabun SemiBold" panose="00000700000000000000" pitchFamily="2" charset="-34"/>
                <a:cs typeface="Sarabun SemiBold" panose="00000700000000000000" pitchFamily="2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4288177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onne + 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59A4E95-377C-45D0-90AD-0BCF8EC15388}"/>
              </a:ext>
            </a:extLst>
          </p:cNvPr>
          <p:cNvSpPr/>
          <p:nvPr userDrawn="1"/>
        </p:nvSpPr>
        <p:spPr>
          <a:xfrm>
            <a:off x="0" y="6767848"/>
            <a:ext cx="10691813" cy="791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" name="Image 1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F30450AC-5A14-49BB-AA3F-02A96B84A2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184" y="6948497"/>
            <a:ext cx="1400144" cy="477902"/>
          </a:xfrm>
          <a:prstGeom prst="rect">
            <a:avLst/>
          </a:prstGeom>
        </p:spPr>
      </p:pic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FEF15943-3E0B-417F-BC97-CAB5A29E6C9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468938" y="1674253"/>
            <a:ext cx="4565650" cy="4804335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pPr lvl="0"/>
            <a:endParaRPr lang="fr-FR" dirty="0"/>
          </a:p>
        </p:txBody>
      </p:sp>
      <p:sp>
        <p:nvSpPr>
          <p:cNvPr id="13" name="Titre 4">
            <a:extLst>
              <a:ext uri="{FF2B5EF4-FFF2-40B4-BE49-F238E27FC236}">
                <a16:creationId xmlns:a16="http://schemas.microsoft.com/office/drawing/2014/main" id="{31904140-917D-4DD5-B8A9-B9F4E8E0E9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7184" y="403225"/>
            <a:ext cx="9477405" cy="28579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>
                    <a:lumMod val="85000"/>
                  </a:schemeClr>
                </a:solidFill>
                <a:latin typeface="Sarabun SemiBold" panose="00000700000000000000" pitchFamily="2" charset="-34"/>
                <a:cs typeface="Sarabun SemiBold" panose="00000700000000000000" pitchFamily="2" charset="-34"/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F25AE5-785C-49BC-9396-C29C46D7E72B}"/>
              </a:ext>
            </a:extLst>
          </p:cNvPr>
          <p:cNvSpPr/>
          <p:nvPr userDrawn="1"/>
        </p:nvSpPr>
        <p:spPr>
          <a:xfrm>
            <a:off x="656820" y="697702"/>
            <a:ext cx="489400" cy="45719"/>
          </a:xfrm>
          <a:prstGeom prst="rect">
            <a:avLst/>
          </a:prstGeom>
          <a:solidFill>
            <a:srgbClr val="1B296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1B296A"/>
              </a:solidFill>
            </a:endParaRPr>
          </a:p>
        </p:txBody>
      </p:sp>
      <p:sp>
        <p:nvSpPr>
          <p:cNvPr id="15" name="Espace réservé du contenu 12">
            <a:extLst>
              <a:ext uri="{FF2B5EF4-FFF2-40B4-BE49-F238E27FC236}">
                <a16:creationId xmlns:a16="http://schemas.microsoft.com/office/drawing/2014/main" id="{3D1C3855-A306-4CE0-8B5A-D97552B62BE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57225" y="1674254"/>
            <a:ext cx="4565650" cy="47973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Sarabun regular" panose="00000500000000000000" pitchFamily="2" charset="-34"/>
                <a:cs typeface="Sarabun regular" panose="00000500000000000000" pitchFamily="2" charset="-34"/>
              </a:defRPr>
            </a:lvl1pPr>
            <a:lvl2pPr>
              <a:defRPr sz="1200">
                <a:latin typeface="Sarabun regular" panose="00000500000000000000" pitchFamily="2" charset="-34"/>
                <a:cs typeface="Sarabun regular" panose="00000500000000000000" pitchFamily="2" charset="-34"/>
              </a:defRPr>
            </a:lvl2pPr>
            <a:lvl3pPr>
              <a:defRPr sz="1200">
                <a:latin typeface="Sarabun regular" panose="00000500000000000000" pitchFamily="2" charset="-34"/>
                <a:cs typeface="Sarabun regular" panose="00000500000000000000" pitchFamily="2" charset="-34"/>
              </a:defRPr>
            </a:lvl3pPr>
            <a:lvl4pPr>
              <a:defRPr sz="1200">
                <a:latin typeface="Sarabun regular" panose="00000500000000000000" pitchFamily="2" charset="-34"/>
                <a:cs typeface="Sarabun regular" panose="00000500000000000000" pitchFamily="2" charset="-34"/>
              </a:defRPr>
            </a:lvl4pPr>
            <a:lvl5pPr>
              <a:defRPr sz="1200">
                <a:latin typeface="Sarabun regular" panose="00000500000000000000" pitchFamily="2" charset="-34"/>
                <a:cs typeface="Sarabun regular" panose="00000500000000000000" pitchFamily="2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7" name="Espace réservé du texte 15">
            <a:extLst>
              <a:ext uri="{FF2B5EF4-FFF2-40B4-BE49-F238E27FC236}">
                <a16:creationId xmlns:a16="http://schemas.microsoft.com/office/drawing/2014/main" id="{E2DEFB93-62FB-4FD8-8AEE-BB8968796CB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7213" y="869950"/>
            <a:ext cx="9477376" cy="285750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rgbClr val="1B296A"/>
                </a:solidFill>
                <a:latin typeface="Sarabun SemiBold" panose="00000700000000000000" pitchFamily="2" charset="-34"/>
                <a:cs typeface="Sarabun SemiBold" panose="00000700000000000000" pitchFamily="2" charset="-34"/>
              </a:defRPr>
            </a:lvl1pPr>
            <a:lvl2pPr>
              <a:defRPr>
                <a:latin typeface="Sarabun SemiBold" panose="00000700000000000000" pitchFamily="2" charset="-34"/>
                <a:cs typeface="Sarabun SemiBold" panose="00000700000000000000" pitchFamily="2" charset="-34"/>
              </a:defRPr>
            </a:lvl2pPr>
            <a:lvl3pPr>
              <a:defRPr>
                <a:latin typeface="Sarabun SemiBold" panose="00000700000000000000" pitchFamily="2" charset="-34"/>
                <a:cs typeface="Sarabun SemiBold" panose="00000700000000000000" pitchFamily="2" charset="-34"/>
              </a:defRPr>
            </a:lvl3pPr>
            <a:lvl4pPr>
              <a:defRPr>
                <a:latin typeface="Sarabun SemiBold" panose="00000700000000000000" pitchFamily="2" charset="-34"/>
                <a:cs typeface="Sarabun SemiBold" panose="00000700000000000000" pitchFamily="2" charset="-34"/>
              </a:defRPr>
            </a:lvl4pPr>
            <a:lvl5pPr>
              <a:defRPr>
                <a:latin typeface="Sarabun SemiBold" panose="00000700000000000000" pitchFamily="2" charset="-34"/>
                <a:cs typeface="Sarabun SemiBold" panose="00000700000000000000" pitchFamily="2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908155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onne + pictos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59A4E95-377C-45D0-90AD-0BCF8EC15388}"/>
              </a:ext>
            </a:extLst>
          </p:cNvPr>
          <p:cNvSpPr/>
          <p:nvPr userDrawn="1"/>
        </p:nvSpPr>
        <p:spPr>
          <a:xfrm>
            <a:off x="0" y="6767848"/>
            <a:ext cx="10691813" cy="791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" name="Image 1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F30450AC-5A14-49BB-AA3F-02A96B84A2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184" y="6948497"/>
            <a:ext cx="1400144" cy="477902"/>
          </a:xfrm>
          <a:prstGeom prst="rect">
            <a:avLst/>
          </a:prstGeom>
        </p:spPr>
      </p:pic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FEF15943-3E0B-417F-BC97-CAB5A29E6C9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468938" y="1650329"/>
            <a:ext cx="4565650" cy="48282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fr-FR" dirty="0"/>
          </a:p>
        </p:txBody>
      </p:sp>
      <p:sp>
        <p:nvSpPr>
          <p:cNvPr id="13" name="Titre 4">
            <a:extLst>
              <a:ext uri="{FF2B5EF4-FFF2-40B4-BE49-F238E27FC236}">
                <a16:creationId xmlns:a16="http://schemas.microsoft.com/office/drawing/2014/main" id="{31904140-917D-4DD5-B8A9-B9F4E8E0E9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7184" y="403225"/>
            <a:ext cx="9477405" cy="28579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>
                    <a:lumMod val="85000"/>
                  </a:schemeClr>
                </a:solidFill>
                <a:latin typeface="Sarabun SemiBold" panose="00000700000000000000" pitchFamily="2" charset="-34"/>
                <a:cs typeface="Sarabun SemiBold" panose="00000700000000000000" pitchFamily="2" charset="-34"/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F25AE5-785C-49BC-9396-C29C46D7E72B}"/>
              </a:ext>
            </a:extLst>
          </p:cNvPr>
          <p:cNvSpPr/>
          <p:nvPr userDrawn="1"/>
        </p:nvSpPr>
        <p:spPr>
          <a:xfrm>
            <a:off x="656820" y="697702"/>
            <a:ext cx="489400" cy="45719"/>
          </a:xfrm>
          <a:prstGeom prst="rect">
            <a:avLst/>
          </a:prstGeom>
          <a:solidFill>
            <a:srgbClr val="1B296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1B296A"/>
              </a:solidFill>
            </a:endParaRPr>
          </a:p>
        </p:txBody>
      </p:sp>
      <p:sp>
        <p:nvSpPr>
          <p:cNvPr id="15" name="Espace réservé du contenu 12">
            <a:extLst>
              <a:ext uri="{FF2B5EF4-FFF2-40B4-BE49-F238E27FC236}">
                <a16:creationId xmlns:a16="http://schemas.microsoft.com/office/drawing/2014/main" id="{3D1C3855-A306-4CE0-8B5A-D97552B62BE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57225" y="1674254"/>
            <a:ext cx="4565650" cy="19833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Sarabun regular" panose="00000500000000000000" pitchFamily="2" charset="-34"/>
                <a:cs typeface="Sarabun regular" panose="00000500000000000000" pitchFamily="2" charset="-34"/>
              </a:defRPr>
            </a:lvl1pPr>
            <a:lvl2pPr>
              <a:defRPr sz="1200">
                <a:latin typeface="Sarabun regular" panose="00000500000000000000" pitchFamily="2" charset="-34"/>
                <a:cs typeface="Sarabun regular" panose="00000500000000000000" pitchFamily="2" charset="-34"/>
              </a:defRPr>
            </a:lvl2pPr>
            <a:lvl3pPr>
              <a:defRPr sz="1200">
                <a:latin typeface="Sarabun regular" panose="00000500000000000000" pitchFamily="2" charset="-34"/>
                <a:cs typeface="Sarabun regular" panose="00000500000000000000" pitchFamily="2" charset="-34"/>
              </a:defRPr>
            </a:lvl3pPr>
            <a:lvl4pPr>
              <a:defRPr sz="1200">
                <a:latin typeface="Sarabun regular" panose="00000500000000000000" pitchFamily="2" charset="-34"/>
                <a:cs typeface="Sarabun regular" panose="00000500000000000000" pitchFamily="2" charset="-34"/>
              </a:defRPr>
            </a:lvl4pPr>
            <a:lvl5pPr>
              <a:defRPr sz="1200">
                <a:latin typeface="Sarabun regular" panose="00000500000000000000" pitchFamily="2" charset="-34"/>
                <a:cs typeface="Sarabun regular" panose="00000500000000000000" pitchFamily="2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7" name="Espace réservé du texte 15">
            <a:extLst>
              <a:ext uri="{FF2B5EF4-FFF2-40B4-BE49-F238E27FC236}">
                <a16:creationId xmlns:a16="http://schemas.microsoft.com/office/drawing/2014/main" id="{E2DEFB93-62FB-4FD8-8AEE-BB8968796CB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7213" y="869950"/>
            <a:ext cx="9477376" cy="285750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rgbClr val="1B296A"/>
                </a:solidFill>
                <a:latin typeface="Sarabun SemiBold" panose="00000700000000000000" pitchFamily="2" charset="-34"/>
                <a:cs typeface="Sarabun SemiBold" panose="00000700000000000000" pitchFamily="2" charset="-34"/>
              </a:defRPr>
            </a:lvl1pPr>
            <a:lvl2pPr>
              <a:defRPr>
                <a:latin typeface="Sarabun SemiBold" panose="00000700000000000000" pitchFamily="2" charset="-34"/>
                <a:cs typeface="Sarabun SemiBold" panose="00000700000000000000" pitchFamily="2" charset="-34"/>
              </a:defRPr>
            </a:lvl2pPr>
            <a:lvl3pPr>
              <a:defRPr>
                <a:latin typeface="Sarabun SemiBold" panose="00000700000000000000" pitchFamily="2" charset="-34"/>
                <a:cs typeface="Sarabun SemiBold" panose="00000700000000000000" pitchFamily="2" charset="-34"/>
              </a:defRPr>
            </a:lvl3pPr>
            <a:lvl4pPr>
              <a:defRPr>
                <a:latin typeface="Sarabun SemiBold" panose="00000700000000000000" pitchFamily="2" charset="-34"/>
                <a:cs typeface="Sarabun SemiBold" panose="00000700000000000000" pitchFamily="2" charset="-34"/>
              </a:defRPr>
            </a:lvl4pPr>
            <a:lvl5pPr>
              <a:defRPr>
                <a:latin typeface="Sarabun SemiBold" panose="00000700000000000000" pitchFamily="2" charset="-34"/>
                <a:cs typeface="Sarabun SemiBold" panose="00000700000000000000" pitchFamily="2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B1A6624-A445-4F4E-A631-BEDEB6C614E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7225" y="3902075"/>
            <a:ext cx="1224202" cy="7241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Sarabun regular" panose="00000500000000000000" pitchFamily="2" charset="-34"/>
                <a:cs typeface="Sarabun regular" panose="00000500000000000000" pitchFamily="2" charset="-34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11" name="Espace réservé du contenu 5">
            <a:extLst>
              <a:ext uri="{FF2B5EF4-FFF2-40B4-BE49-F238E27FC236}">
                <a16:creationId xmlns:a16="http://schemas.microsoft.com/office/drawing/2014/main" id="{D9FCEBBF-1F64-48C1-B428-9658EC6F375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45155" y="4807447"/>
            <a:ext cx="1224202" cy="7241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Sarabun regular" panose="00000500000000000000" pitchFamily="2" charset="-34"/>
                <a:cs typeface="Sarabun regular" panose="00000500000000000000" pitchFamily="2" charset="-34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12" name="Espace réservé du contenu 5">
            <a:extLst>
              <a:ext uri="{FF2B5EF4-FFF2-40B4-BE49-F238E27FC236}">
                <a16:creationId xmlns:a16="http://schemas.microsoft.com/office/drawing/2014/main" id="{AAD69772-EF45-45E9-830A-606F71DF517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5155" y="5705145"/>
            <a:ext cx="1224202" cy="7241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Sarabun regular" panose="00000500000000000000" pitchFamily="2" charset="-34"/>
                <a:cs typeface="Sarabun regular" panose="00000500000000000000" pitchFamily="2" charset="-34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2655CE21-8E61-4FEA-B7A8-8A0D8251ABF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957388" y="4084638"/>
            <a:ext cx="3265487" cy="361950"/>
          </a:xfrm>
          <a:prstGeom prst="rect">
            <a:avLst/>
          </a:prstGeom>
        </p:spPr>
        <p:txBody>
          <a:bodyPr/>
          <a:lstStyle>
            <a:lvl1pPr marL="0" indent="0">
              <a:buNone/>
              <a:tabLst/>
              <a:defRPr sz="1100">
                <a:latin typeface="Sarabun regular" panose="00000500000000000000" pitchFamily="2" charset="-34"/>
                <a:cs typeface="Sarabun regular" panose="00000500000000000000" pitchFamily="2" charset="-34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16" name="Espace réservé du texte 7">
            <a:extLst>
              <a:ext uri="{FF2B5EF4-FFF2-40B4-BE49-F238E27FC236}">
                <a16:creationId xmlns:a16="http://schemas.microsoft.com/office/drawing/2014/main" id="{3ADC9EBC-E021-4B45-9C18-9E0909A7E07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957328" y="4937529"/>
            <a:ext cx="3265487" cy="3619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>
                <a:latin typeface="Sarabun regular" panose="00000500000000000000" pitchFamily="2" charset="-34"/>
                <a:cs typeface="Sarabun regular" panose="00000500000000000000" pitchFamily="2" charset="-34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18" name="Espace réservé du texte 7">
            <a:extLst>
              <a:ext uri="{FF2B5EF4-FFF2-40B4-BE49-F238E27FC236}">
                <a16:creationId xmlns:a16="http://schemas.microsoft.com/office/drawing/2014/main" id="{BC33781C-7DF0-4F4E-8136-86743DC7BA7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957328" y="5879497"/>
            <a:ext cx="3265487" cy="3619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>
                <a:latin typeface="Sarabun regular" panose="00000500000000000000" pitchFamily="2" charset="-34"/>
                <a:cs typeface="Sarabun regular" panose="00000500000000000000" pitchFamily="2" charset="-34"/>
              </a:defRPr>
            </a:lvl1pPr>
          </a:lstStyle>
          <a:p>
            <a:pPr lv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34618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 colonne (simp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59A4E95-377C-45D0-90AD-0BCF8EC15388}"/>
              </a:ext>
            </a:extLst>
          </p:cNvPr>
          <p:cNvSpPr/>
          <p:nvPr userDrawn="1"/>
        </p:nvSpPr>
        <p:spPr>
          <a:xfrm>
            <a:off x="0" y="6767848"/>
            <a:ext cx="10691813" cy="791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" name="Image 1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F30450AC-5A14-49BB-AA3F-02A96B84A2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184" y="6948497"/>
            <a:ext cx="1400144" cy="477902"/>
          </a:xfrm>
          <a:prstGeom prst="rect">
            <a:avLst/>
          </a:prstGeom>
        </p:spPr>
      </p:pic>
      <p:sp>
        <p:nvSpPr>
          <p:cNvPr id="10" name="Titre 4">
            <a:extLst>
              <a:ext uri="{FF2B5EF4-FFF2-40B4-BE49-F238E27FC236}">
                <a16:creationId xmlns:a16="http://schemas.microsoft.com/office/drawing/2014/main" id="{44FAFC38-773F-4021-8DEA-6AC34D1F70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7184" y="403225"/>
            <a:ext cx="9477405" cy="28579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>
                    <a:lumMod val="85000"/>
                  </a:schemeClr>
                </a:solidFill>
                <a:latin typeface="Sarabun SemiBold" panose="00000700000000000000" pitchFamily="2" charset="-34"/>
                <a:cs typeface="Sarabun SemiBold" panose="00000700000000000000" pitchFamily="2" charset="-34"/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9307873-99EC-43BD-84FB-15FC10724004}"/>
              </a:ext>
            </a:extLst>
          </p:cNvPr>
          <p:cNvSpPr/>
          <p:nvPr userDrawn="1"/>
        </p:nvSpPr>
        <p:spPr>
          <a:xfrm>
            <a:off x="656820" y="697702"/>
            <a:ext cx="489400" cy="45719"/>
          </a:xfrm>
          <a:prstGeom prst="rect">
            <a:avLst/>
          </a:prstGeom>
          <a:solidFill>
            <a:srgbClr val="1B296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1B296A"/>
              </a:solidFill>
            </a:endParaRPr>
          </a:p>
        </p:txBody>
      </p:sp>
      <p:sp>
        <p:nvSpPr>
          <p:cNvPr id="12" name="Espace réservé du contenu 12">
            <a:extLst>
              <a:ext uri="{FF2B5EF4-FFF2-40B4-BE49-F238E27FC236}">
                <a16:creationId xmlns:a16="http://schemas.microsoft.com/office/drawing/2014/main" id="{3A1901BE-B599-44A6-8D59-86C144B3049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57224" y="1674254"/>
            <a:ext cx="9377363" cy="47973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Sarabun regular" panose="00000500000000000000" pitchFamily="2" charset="-34"/>
                <a:cs typeface="Sarabun regular" panose="00000500000000000000" pitchFamily="2" charset="-34"/>
              </a:defRPr>
            </a:lvl1pPr>
            <a:lvl2pPr>
              <a:defRPr sz="1200">
                <a:latin typeface="Sarabun regular" panose="00000500000000000000" pitchFamily="2" charset="-34"/>
                <a:cs typeface="Sarabun regular" panose="00000500000000000000" pitchFamily="2" charset="-34"/>
              </a:defRPr>
            </a:lvl2pPr>
            <a:lvl3pPr>
              <a:defRPr sz="1200">
                <a:latin typeface="Sarabun regular" panose="00000500000000000000" pitchFamily="2" charset="-34"/>
                <a:cs typeface="Sarabun regular" panose="00000500000000000000" pitchFamily="2" charset="-34"/>
              </a:defRPr>
            </a:lvl3pPr>
            <a:lvl4pPr>
              <a:defRPr sz="1200">
                <a:latin typeface="Sarabun regular" panose="00000500000000000000" pitchFamily="2" charset="-34"/>
                <a:cs typeface="Sarabun regular" panose="00000500000000000000" pitchFamily="2" charset="-34"/>
              </a:defRPr>
            </a:lvl4pPr>
            <a:lvl5pPr>
              <a:defRPr sz="1200">
                <a:latin typeface="Sarabun regular" panose="00000500000000000000" pitchFamily="2" charset="-34"/>
                <a:cs typeface="Sarabun regular" panose="00000500000000000000" pitchFamily="2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4" name="Espace réservé du texte 15">
            <a:extLst>
              <a:ext uri="{FF2B5EF4-FFF2-40B4-BE49-F238E27FC236}">
                <a16:creationId xmlns:a16="http://schemas.microsoft.com/office/drawing/2014/main" id="{C7870ACE-B548-4EB6-BB27-094CF7D6631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7213" y="869950"/>
            <a:ext cx="9477375" cy="285750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rgbClr val="1B296A"/>
                </a:solidFill>
                <a:latin typeface="Sarabun SemiBold" panose="00000700000000000000" pitchFamily="2" charset="-34"/>
                <a:cs typeface="Sarabun SemiBold" panose="00000700000000000000" pitchFamily="2" charset="-34"/>
              </a:defRPr>
            </a:lvl1pPr>
            <a:lvl2pPr>
              <a:defRPr>
                <a:latin typeface="Sarabun SemiBold" panose="00000700000000000000" pitchFamily="2" charset="-34"/>
                <a:cs typeface="Sarabun SemiBold" panose="00000700000000000000" pitchFamily="2" charset="-34"/>
              </a:defRPr>
            </a:lvl2pPr>
            <a:lvl3pPr>
              <a:defRPr>
                <a:latin typeface="Sarabun SemiBold" panose="00000700000000000000" pitchFamily="2" charset="-34"/>
                <a:cs typeface="Sarabun SemiBold" panose="00000700000000000000" pitchFamily="2" charset="-34"/>
              </a:defRPr>
            </a:lvl3pPr>
            <a:lvl4pPr>
              <a:defRPr>
                <a:latin typeface="Sarabun SemiBold" panose="00000700000000000000" pitchFamily="2" charset="-34"/>
                <a:cs typeface="Sarabun SemiBold" panose="00000700000000000000" pitchFamily="2" charset="-34"/>
              </a:defRPr>
            </a:lvl4pPr>
            <a:lvl5pPr>
              <a:defRPr>
                <a:latin typeface="Sarabun SemiBold" panose="00000700000000000000" pitchFamily="2" charset="-34"/>
                <a:cs typeface="Sarabun SemiBold" panose="00000700000000000000" pitchFamily="2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943249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onnes + pic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59A4E95-377C-45D0-90AD-0BCF8EC15388}"/>
              </a:ext>
            </a:extLst>
          </p:cNvPr>
          <p:cNvSpPr/>
          <p:nvPr userDrawn="1"/>
        </p:nvSpPr>
        <p:spPr>
          <a:xfrm>
            <a:off x="0" y="6767848"/>
            <a:ext cx="10691813" cy="791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" name="Image 1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F30450AC-5A14-49BB-AA3F-02A96B84A2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184" y="6948497"/>
            <a:ext cx="1400144" cy="477902"/>
          </a:xfrm>
          <a:prstGeom prst="rect">
            <a:avLst/>
          </a:prstGeom>
        </p:spPr>
      </p:pic>
      <p:sp>
        <p:nvSpPr>
          <p:cNvPr id="9" name="Espace réservé du contenu 4">
            <a:extLst>
              <a:ext uri="{FF2B5EF4-FFF2-40B4-BE49-F238E27FC236}">
                <a16:creationId xmlns:a16="http://schemas.microsoft.com/office/drawing/2014/main" id="{571C709E-5313-494F-AE7B-DEE822C4CC6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023871" y="2544289"/>
            <a:ext cx="1897777" cy="93188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latin typeface="Sarabun SemiBold" panose="00000700000000000000" pitchFamily="2" charset="-34"/>
                <a:cs typeface="Sarabun SemiBold" panose="00000700000000000000" pitchFamily="2" charset="-34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11" name="Espace réservé du contenu 4">
            <a:extLst>
              <a:ext uri="{FF2B5EF4-FFF2-40B4-BE49-F238E27FC236}">
                <a16:creationId xmlns:a16="http://schemas.microsoft.com/office/drawing/2014/main" id="{CACF6720-DCBD-42E3-877B-0B9778C9FF3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269088" y="2544289"/>
            <a:ext cx="1897777" cy="93188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latin typeface="Sarabun SemiBold" panose="00000700000000000000" pitchFamily="2" charset="-34"/>
                <a:cs typeface="Sarabun SemiBold" panose="00000700000000000000" pitchFamily="2" charset="-34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13" name="Espace réservé du contenu 4">
            <a:extLst>
              <a:ext uri="{FF2B5EF4-FFF2-40B4-BE49-F238E27FC236}">
                <a16:creationId xmlns:a16="http://schemas.microsoft.com/office/drawing/2014/main" id="{B9AF09E8-C843-4324-BD8A-9D82E1F777F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14305" y="2544289"/>
            <a:ext cx="1897777" cy="93188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latin typeface="Sarabun SemiBold" panose="00000700000000000000" pitchFamily="2" charset="-34"/>
                <a:cs typeface="Sarabun SemiBold" panose="00000700000000000000" pitchFamily="2" charset="-34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15" name="Espace réservé du contenu 4">
            <a:extLst>
              <a:ext uri="{FF2B5EF4-FFF2-40B4-BE49-F238E27FC236}">
                <a16:creationId xmlns:a16="http://schemas.microsoft.com/office/drawing/2014/main" id="{CC4B8215-5B77-40E4-A40F-B8BCB2E6B52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73937" y="2544289"/>
            <a:ext cx="1897777" cy="93188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latin typeface="Sarabun SemiBold" panose="00000700000000000000" pitchFamily="2" charset="-34"/>
                <a:cs typeface="Sarabun SemiBold" panose="00000700000000000000" pitchFamily="2" charset="-34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17" name="Titre 4">
            <a:extLst>
              <a:ext uri="{FF2B5EF4-FFF2-40B4-BE49-F238E27FC236}">
                <a16:creationId xmlns:a16="http://schemas.microsoft.com/office/drawing/2014/main" id="{97C593A8-C67A-4CC5-9AD0-BDB7355E8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7184" y="403225"/>
            <a:ext cx="9477405" cy="28579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>
                    <a:lumMod val="85000"/>
                  </a:schemeClr>
                </a:solidFill>
                <a:latin typeface="Sarabun SemiBold" panose="00000700000000000000" pitchFamily="2" charset="-34"/>
                <a:cs typeface="Sarabun SemiBold" panose="00000700000000000000" pitchFamily="2" charset="-34"/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4A78D8-587E-41EB-AF1E-34A84128A1C1}"/>
              </a:ext>
            </a:extLst>
          </p:cNvPr>
          <p:cNvSpPr/>
          <p:nvPr userDrawn="1"/>
        </p:nvSpPr>
        <p:spPr>
          <a:xfrm>
            <a:off x="656820" y="697702"/>
            <a:ext cx="489400" cy="45719"/>
          </a:xfrm>
          <a:prstGeom prst="rect">
            <a:avLst/>
          </a:prstGeom>
          <a:solidFill>
            <a:srgbClr val="1B296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1B296A"/>
              </a:solidFill>
            </a:endParaRPr>
          </a:p>
        </p:txBody>
      </p:sp>
      <p:sp>
        <p:nvSpPr>
          <p:cNvPr id="21" name="Espace réservé du texte 15">
            <a:extLst>
              <a:ext uri="{FF2B5EF4-FFF2-40B4-BE49-F238E27FC236}">
                <a16:creationId xmlns:a16="http://schemas.microsoft.com/office/drawing/2014/main" id="{3AEBF099-9937-42B2-B71F-714FFBE6382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57213" y="869950"/>
            <a:ext cx="9477375" cy="285750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rgbClr val="1B296A"/>
                </a:solidFill>
                <a:latin typeface="Sarabun SemiBold" panose="00000700000000000000" pitchFamily="2" charset="-34"/>
                <a:cs typeface="Sarabun SemiBold" panose="00000700000000000000" pitchFamily="2" charset="-34"/>
              </a:defRPr>
            </a:lvl1pPr>
            <a:lvl2pPr>
              <a:defRPr>
                <a:latin typeface="Sarabun SemiBold" panose="00000700000000000000" pitchFamily="2" charset="-34"/>
                <a:cs typeface="Sarabun SemiBold" panose="00000700000000000000" pitchFamily="2" charset="-34"/>
              </a:defRPr>
            </a:lvl2pPr>
            <a:lvl3pPr>
              <a:defRPr>
                <a:latin typeface="Sarabun SemiBold" panose="00000700000000000000" pitchFamily="2" charset="-34"/>
                <a:cs typeface="Sarabun SemiBold" panose="00000700000000000000" pitchFamily="2" charset="-34"/>
              </a:defRPr>
            </a:lvl3pPr>
            <a:lvl4pPr>
              <a:defRPr>
                <a:latin typeface="Sarabun SemiBold" panose="00000700000000000000" pitchFamily="2" charset="-34"/>
                <a:cs typeface="Sarabun SemiBold" panose="00000700000000000000" pitchFamily="2" charset="-34"/>
              </a:defRPr>
            </a:lvl4pPr>
            <a:lvl5pPr>
              <a:defRPr>
                <a:latin typeface="Sarabun SemiBold" panose="00000700000000000000" pitchFamily="2" charset="-34"/>
                <a:cs typeface="Sarabun SemiBold" panose="00000700000000000000" pitchFamily="2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24" name="Espace réservé du contenu 23">
            <a:extLst>
              <a:ext uri="{FF2B5EF4-FFF2-40B4-BE49-F238E27FC236}">
                <a16:creationId xmlns:a16="http://schemas.microsoft.com/office/drawing/2014/main" id="{DF49EC13-3B17-4160-B4C2-D6887671A46D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023938" y="3625850"/>
            <a:ext cx="1897062" cy="16414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tabLst/>
              <a:defRPr sz="1050">
                <a:latin typeface="Sarabun regular" panose="00000500000000000000" pitchFamily="2" charset="-34"/>
                <a:cs typeface="Sarabun regular" panose="00000500000000000000" pitchFamily="2" charset="-34"/>
              </a:defRPr>
            </a:lvl1pPr>
            <a:lvl2pPr>
              <a:defRPr sz="1050">
                <a:latin typeface="Sarabun SemiBold" panose="00000700000000000000" pitchFamily="2" charset="-34"/>
                <a:cs typeface="Sarabun SemiBold" panose="00000700000000000000" pitchFamily="2" charset="-34"/>
              </a:defRPr>
            </a:lvl2pPr>
            <a:lvl3pPr>
              <a:defRPr sz="1050">
                <a:latin typeface="Sarabun SemiBold" panose="00000700000000000000" pitchFamily="2" charset="-34"/>
                <a:cs typeface="Sarabun SemiBold" panose="00000700000000000000" pitchFamily="2" charset="-34"/>
              </a:defRPr>
            </a:lvl3pPr>
            <a:lvl4pPr>
              <a:defRPr sz="1050">
                <a:latin typeface="Sarabun SemiBold" panose="00000700000000000000" pitchFamily="2" charset="-34"/>
                <a:cs typeface="Sarabun SemiBold" panose="00000700000000000000" pitchFamily="2" charset="-34"/>
              </a:defRPr>
            </a:lvl4pPr>
            <a:lvl5pPr>
              <a:defRPr sz="1050">
                <a:latin typeface="Sarabun SemiBold" panose="00000700000000000000" pitchFamily="2" charset="-34"/>
                <a:cs typeface="Sarabun SemiBold" panose="00000700000000000000" pitchFamily="2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25" name="Espace réservé du contenu 23">
            <a:extLst>
              <a:ext uri="{FF2B5EF4-FFF2-40B4-BE49-F238E27FC236}">
                <a16:creationId xmlns:a16="http://schemas.microsoft.com/office/drawing/2014/main" id="{12256189-F8DB-4EDA-8B45-E34D97B9B08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273738" y="3630590"/>
            <a:ext cx="1897062" cy="16414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50">
                <a:latin typeface="Sarabun regular" panose="00000500000000000000" pitchFamily="2" charset="-34"/>
                <a:cs typeface="Sarabun regular" panose="00000500000000000000" pitchFamily="2" charset="-34"/>
              </a:defRPr>
            </a:lvl1pPr>
            <a:lvl2pPr>
              <a:defRPr sz="1050">
                <a:latin typeface="Sarabun SemiBold" panose="00000700000000000000" pitchFamily="2" charset="-34"/>
                <a:cs typeface="Sarabun SemiBold" panose="00000700000000000000" pitchFamily="2" charset="-34"/>
              </a:defRPr>
            </a:lvl2pPr>
            <a:lvl3pPr>
              <a:defRPr sz="1050">
                <a:latin typeface="Sarabun SemiBold" panose="00000700000000000000" pitchFamily="2" charset="-34"/>
                <a:cs typeface="Sarabun SemiBold" panose="00000700000000000000" pitchFamily="2" charset="-34"/>
              </a:defRPr>
            </a:lvl3pPr>
            <a:lvl4pPr>
              <a:defRPr sz="1050">
                <a:latin typeface="Sarabun SemiBold" panose="00000700000000000000" pitchFamily="2" charset="-34"/>
                <a:cs typeface="Sarabun SemiBold" panose="00000700000000000000" pitchFamily="2" charset="-34"/>
              </a:defRPr>
            </a:lvl4pPr>
            <a:lvl5pPr>
              <a:defRPr sz="1050">
                <a:latin typeface="Sarabun SemiBold" panose="00000700000000000000" pitchFamily="2" charset="-34"/>
                <a:cs typeface="Sarabun SemiBold" panose="00000700000000000000" pitchFamily="2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26" name="Espace réservé du contenu 23">
            <a:extLst>
              <a:ext uri="{FF2B5EF4-FFF2-40B4-BE49-F238E27FC236}">
                <a16:creationId xmlns:a16="http://schemas.microsoft.com/office/drawing/2014/main" id="{1A02CE28-F211-40B0-A008-B18499377D12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514305" y="3625850"/>
            <a:ext cx="1897062" cy="16414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50">
                <a:latin typeface="Sarabun regular" panose="00000500000000000000" pitchFamily="2" charset="-34"/>
                <a:cs typeface="Sarabun regular" panose="00000500000000000000" pitchFamily="2" charset="-34"/>
              </a:defRPr>
            </a:lvl1pPr>
            <a:lvl2pPr>
              <a:defRPr sz="1050">
                <a:latin typeface="Sarabun SemiBold" panose="00000700000000000000" pitchFamily="2" charset="-34"/>
                <a:cs typeface="Sarabun SemiBold" panose="00000700000000000000" pitchFamily="2" charset="-34"/>
              </a:defRPr>
            </a:lvl2pPr>
            <a:lvl3pPr>
              <a:defRPr sz="1050">
                <a:latin typeface="Sarabun SemiBold" panose="00000700000000000000" pitchFamily="2" charset="-34"/>
                <a:cs typeface="Sarabun SemiBold" panose="00000700000000000000" pitchFamily="2" charset="-34"/>
              </a:defRPr>
            </a:lvl3pPr>
            <a:lvl4pPr>
              <a:defRPr sz="1050">
                <a:latin typeface="Sarabun SemiBold" panose="00000700000000000000" pitchFamily="2" charset="-34"/>
                <a:cs typeface="Sarabun SemiBold" panose="00000700000000000000" pitchFamily="2" charset="-34"/>
              </a:defRPr>
            </a:lvl4pPr>
            <a:lvl5pPr>
              <a:defRPr sz="1050">
                <a:latin typeface="Sarabun SemiBold" panose="00000700000000000000" pitchFamily="2" charset="-34"/>
                <a:cs typeface="Sarabun SemiBold" panose="00000700000000000000" pitchFamily="2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27" name="Espace réservé du contenu 23">
            <a:extLst>
              <a:ext uri="{FF2B5EF4-FFF2-40B4-BE49-F238E27FC236}">
                <a16:creationId xmlns:a16="http://schemas.microsoft.com/office/drawing/2014/main" id="{4AF61A5C-C03A-4E8A-8863-E2FD09110B2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7770814" y="3645056"/>
            <a:ext cx="1897062" cy="16414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50">
                <a:latin typeface="Sarabun regular" panose="00000500000000000000" pitchFamily="2" charset="-34"/>
                <a:cs typeface="Sarabun regular" panose="00000500000000000000" pitchFamily="2" charset="-34"/>
              </a:defRPr>
            </a:lvl1pPr>
            <a:lvl2pPr>
              <a:defRPr sz="1050">
                <a:latin typeface="Sarabun SemiBold" panose="00000700000000000000" pitchFamily="2" charset="-34"/>
                <a:cs typeface="Sarabun SemiBold" panose="00000700000000000000" pitchFamily="2" charset="-34"/>
              </a:defRPr>
            </a:lvl2pPr>
            <a:lvl3pPr>
              <a:defRPr sz="1050">
                <a:latin typeface="Sarabun SemiBold" panose="00000700000000000000" pitchFamily="2" charset="-34"/>
                <a:cs typeface="Sarabun SemiBold" panose="00000700000000000000" pitchFamily="2" charset="-34"/>
              </a:defRPr>
            </a:lvl3pPr>
            <a:lvl4pPr>
              <a:defRPr sz="1050">
                <a:latin typeface="Sarabun SemiBold" panose="00000700000000000000" pitchFamily="2" charset="-34"/>
                <a:cs typeface="Sarabun SemiBold" panose="00000700000000000000" pitchFamily="2" charset="-34"/>
              </a:defRPr>
            </a:lvl4pPr>
            <a:lvl5pPr>
              <a:defRPr sz="1050">
                <a:latin typeface="Sarabun SemiBold" panose="00000700000000000000" pitchFamily="2" charset="-34"/>
                <a:cs typeface="Sarabun SemiBold" panose="00000700000000000000" pitchFamily="2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28" name="Espace réservé du contenu 12">
            <a:extLst>
              <a:ext uri="{FF2B5EF4-FFF2-40B4-BE49-F238E27FC236}">
                <a16:creationId xmlns:a16="http://schemas.microsoft.com/office/drawing/2014/main" id="{BBB5B74C-D3DA-4A19-A758-012D8B76EADA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57224" y="1674254"/>
            <a:ext cx="9377363" cy="62819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Sarabun regular" panose="00000500000000000000" pitchFamily="2" charset="-34"/>
                <a:cs typeface="Sarabun regular" panose="00000500000000000000" pitchFamily="2" charset="-34"/>
              </a:defRPr>
            </a:lvl1pPr>
            <a:lvl2pPr>
              <a:defRPr sz="1200">
                <a:latin typeface="Sarabun regular" panose="00000500000000000000" pitchFamily="2" charset="-34"/>
                <a:cs typeface="Sarabun regular" panose="00000500000000000000" pitchFamily="2" charset="-34"/>
              </a:defRPr>
            </a:lvl2pPr>
            <a:lvl3pPr>
              <a:defRPr sz="1200">
                <a:latin typeface="Sarabun regular" panose="00000500000000000000" pitchFamily="2" charset="-34"/>
                <a:cs typeface="Sarabun regular" panose="00000500000000000000" pitchFamily="2" charset="-34"/>
              </a:defRPr>
            </a:lvl3pPr>
            <a:lvl4pPr>
              <a:defRPr sz="1200">
                <a:latin typeface="Sarabun regular" panose="00000500000000000000" pitchFamily="2" charset="-34"/>
                <a:cs typeface="Sarabun regular" panose="00000500000000000000" pitchFamily="2" charset="-34"/>
              </a:defRPr>
            </a:lvl4pPr>
            <a:lvl5pPr>
              <a:defRPr sz="1200">
                <a:latin typeface="Sarabun regular" panose="00000500000000000000" pitchFamily="2" charset="-34"/>
                <a:cs typeface="Sarabun regular" panose="00000500000000000000" pitchFamily="2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807030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0290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2" r:id="rId3"/>
    <p:sldLayoutId id="2147483736" r:id="rId4"/>
    <p:sldLayoutId id="2147483737" r:id="rId5"/>
    <p:sldLayoutId id="2147483739" r:id="rId6"/>
    <p:sldLayoutId id="2147483733" r:id="rId7"/>
    <p:sldLayoutId id="2147483738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>
            <a:extLst>
              <a:ext uri="{FF2B5EF4-FFF2-40B4-BE49-F238E27FC236}">
                <a16:creationId xmlns:a16="http://schemas.microsoft.com/office/drawing/2014/main" id="{E0861DE8-9ECD-4A2F-92AC-E1256FD0C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Titre du document</a:t>
            </a:r>
          </a:p>
        </p:txBody>
      </p:sp>
    </p:spTree>
    <p:extLst>
      <p:ext uri="{BB962C8B-B14F-4D97-AF65-F5344CB8AC3E}">
        <p14:creationId xmlns:p14="http://schemas.microsoft.com/office/powerpoint/2010/main" val="613965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Espace réservé pour une image  16">
            <a:extLst>
              <a:ext uri="{FF2B5EF4-FFF2-40B4-BE49-F238E27FC236}">
                <a16:creationId xmlns:a16="http://schemas.microsoft.com/office/drawing/2014/main" id="{3D205351-DF80-4BFF-86F9-7867697EFC0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" r="4"/>
          <a:stretch>
            <a:fillRect/>
          </a:stretch>
        </p:blipFill>
        <p:spPr/>
      </p:pic>
      <p:sp>
        <p:nvSpPr>
          <p:cNvPr id="10" name="Titre 8">
            <a:extLst>
              <a:ext uri="{FF2B5EF4-FFF2-40B4-BE49-F238E27FC236}">
                <a16:creationId xmlns:a16="http://schemas.microsoft.com/office/drawing/2014/main" id="{CD76F85F-636F-4AE7-8D2F-5DA86FC65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Titre du document</a:t>
            </a:r>
          </a:p>
        </p:txBody>
      </p:sp>
      <p:pic>
        <p:nvPicPr>
          <p:cNvPr id="18" name="Espace réservé pour une image  16">
            <a:extLst>
              <a:ext uri="{FF2B5EF4-FFF2-40B4-BE49-F238E27FC236}">
                <a16:creationId xmlns:a16="http://schemas.microsoft.com/office/drawing/2014/main" id="{773097D9-2D2A-49C3-8E55-48EC4D890A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" r="4"/>
          <a:stretch>
            <a:fillRect/>
          </a:stretch>
        </p:blipFill>
        <p:spPr>
          <a:xfrm>
            <a:off x="-1" y="0"/>
            <a:ext cx="10691813" cy="5508625"/>
          </a:xfrm>
          <a:prstGeom prst="rect">
            <a:avLst/>
          </a:prstGeom>
        </p:spPr>
      </p:pic>
      <p:grpSp>
        <p:nvGrpSpPr>
          <p:cNvPr id="21" name="Groupe 20">
            <a:extLst>
              <a:ext uri="{FF2B5EF4-FFF2-40B4-BE49-F238E27FC236}">
                <a16:creationId xmlns:a16="http://schemas.microsoft.com/office/drawing/2014/main" id="{69A43A82-0F2B-446A-98E0-CA2FD7621260}"/>
              </a:ext>
            </a:extLst>
          </p:cNvPr>
          <p:cNvGrpSpPr/>
          <p:nvPr/>
        </p:nvGrpSpPr>
        <p:grpSpPr>
          <a:xfrm>
            <a:off x="-2" y="-1"/>
            <a:ext cx="10691814" cy="5512443"/>
            <a:chOff x="-2" y="-1"/>
            <a:chExt cx="10691814" cy="5512443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E539B4B-5BF7-4809-BBD7-39975012AEBB}"/>
                </a:ext>
              </a:extLst>
            </p:cNvPr>
            <p:cNvSpPr/>
            <p:nvPr/>
          </p:nvSpPr>
          <p:spPr>
            <a:xfrm>
              <a:off x="-1" y="-1"/>
              <a:ext cx="10691813" cy="5508625"/>
            </a:xfrm>
            <a:prstGeom prst="rect">
              <a:avLst/>
            </a:prstGeom>
            <a:solidFill>
              <a:srgbClr val="1B296A">
                <a:alpha val="7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20" name="Image 19">
              <a:extLst>
                <a:ext uri="{FF2B5EF4-FFF2-40B4-BE49-F238E27FC236}">
                  <a16:creationId xmlns:a16="http://schemas.microsoft.com/office/drawing/2014/main" id="{2B857018-DD26-4764-8CBF-72B84F203B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" y="4261"/>
              <a:ext cx="10691813" cy="55081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79874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>
            <a:extLst>
              <a:ext uri="{FF2B5EF4-FFF2-40B4-BE49-F238E27FC236}">
                <a16:creationId xmlns:a16="http://schemas.microsoft.com/office/drawing/2014/main" id="{C550CCD9-63E2-4408-B86B-84E2ECCDA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Titre du chapitre</a:t>
            </a:r>
            <a:br>
              <a:rPr lang="fr-FR" dirty="0"/>
            </a:br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ispum</a:t>
            </a:r>
            <a:r>
              <a:rPr lang="fr-FR" dirty="0"/>
              <a:t> </a:t>
            </a:r>
            <a:r>
              <a:rPr lang="fr-FR" dirty="0" err="1"/>
              <a:t>lolipop</a:t>
            </a:r>
            <a:endParaRPr lang="fr-FR" dirty="0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A8C5D63A-C8F8-42B8-BD6E-F860E3AF9E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FR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957817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E68A07-C5D1-4B03-8DE4-939CFBC88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NOM DU CHAPITRE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ACC1A8F-7F4F-4BC4-8738-FB4B03AB623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 algn="l"/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Powder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jelly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cheesecake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ice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cream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sweet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macaroon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chocolate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cake donut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tootsie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roll.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Marzipan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lemon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drops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macaroon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liquorice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soufflé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halvah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.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Chocolate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bar tiramisu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pastry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topping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jelly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-o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sesame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snaps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sweet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roll. Marshmallow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carrot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cake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cake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candy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canes dessert.</a:t>
            </a:r>
          </a:p>
          <a:p>
            <a:pPr marL="0" indent="0" algn="l"/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Jelly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ice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cream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bear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claw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sweet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cupcake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candy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canes. Lollipop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chocolate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oat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cake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chocolate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bar wafer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gummies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. Wafer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sesame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snaps muffin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pastry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dragée.</a:t>
            </a:r>
          </a:p>
          <a:p>
            <a:pPr marL="0" indent="0" algn="l"/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Lemon drops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gummi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bears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candy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canes. Gummi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bears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gummi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bears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pudding bonbon toffee brownie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icing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.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Icing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jelly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liquorice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sweet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topping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chocolate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croissant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gummi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bears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bear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claw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.</a:t>
            </a:r>
          </a:p>
          <a:p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5CB4395-8F9D-4125-9169-E154431097E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91D0070-EF50-4252-A5AF-36A0C3363E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7213" y="869949"/>
            <a:ext cx="9477375" cy="519697"/>
          </a:xfrm>
        </p:spPr>
        <p:txBody>
          <a:bodyPr/>
          <a:lstStyle/>
          <a:p>
            <a:r>
              <a:rPr lang="fr-FR" dirty="0"/>
              <a:t>Titre de la page</a:t>
            </a:r>
          </a:p>
        </p:txBody>
      </p:sp>
    </p:spTree>
    <p:extLst>
      <p:ext uri="{BB962C8B-B14F-4D97-AF65-F5344CB8AC3E}">
        <p14:creationId xmlns:p14="http://schemas.microsoft.com/office/powerpoint/2010/main" val="105885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Espace réservé du contenu 11" descr="Une image contenant eau, sport, nageant, sport aquatique&#10;&#10;Description générée automatiquement">
            <a:extLst>
              <a:ext uri="{FF2B5EF4-FFF2-40B4-BE49-F238E27FC236}">
                <a16:creationId xmlns:a16="http://schemas.microsoft.com/office/drawing/2014/main" id="{5A359B70-E37E-428F-B16C-C74EE7D1DED2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258"/>
          <a:stretch/>
        </p:blipFill>
        <p:spPr>
          <a:xfrm>
            <a:off x="5468939" y="1674254"/>
            <a:ext cx="4665662" cy="4797380"/>
          </a:xfrm>
        </p:spPr>
      </p:pic>
      <p:sp>
        <p:nvSpPr>
          <p:cNvPr id="6" name="Titre 5">
            <a:extLst>
              <a:ext uri="{FF2B5EF4-FFF2-40B4-BE49-F238E27FC236}">
                <a16:creationId xmlns:a16="http://schemas.microsoft.com/office/drawing/2014/main" id="{836298BC-0545-4BEA-B38C-0C4175799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NOM DU CHAPITRE 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26D4023D-6775-4CA6-999A-83570589AA4C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algn="l"/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Powder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jelly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cheesecake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ice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cream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sweet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macaroon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chocolate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cake donut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tootsie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roll.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Marzipan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lemon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drops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macaroon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liquorice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soufflé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halvah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.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Chocolate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bar tiramisu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pastry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topping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jelly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-o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sesame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snaps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sweet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roll. Marshmallow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carrot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cake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cake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candy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canes dessert.</a:t>
            </a:r>
          </a:p>
          <a:p>
            <a:pPr algn="l"/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Jelly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ice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cream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bear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claw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sweet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cupcake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candy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canes. Lollipop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chocolate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oat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cake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chocolate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bar wafer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gummies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. Wafer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sesame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snaps muffin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pastry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dragée.</a:t>
            </a:r>
          </a:p>
          <a:p>
            <a:pPr algn="l"/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Lemon drops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gummi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bears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candy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canes. Gummi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bears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gummi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bears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pudding bonbon toffee brownie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icing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.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Icing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jelly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liquorice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sweet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topping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chocolate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croissant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gummi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bears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bear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claw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.</a:t>
            </a:r>
          </a:p>
          <a:p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Liquorice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danish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pastry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oat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cake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danish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danish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cookie cake.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Chupa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chups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lemon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drops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ice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cream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pastry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ice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cream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cake cupcake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chocolate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bar. Wafer dragée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candy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sesame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snaps cheesecake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fruitcake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gingerbread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jujubes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jelly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-o.</a:t>
            </a:r>
            <a:endParaRPr lang="fr-FR" dirty="0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556DF600-C703-496C-B569-4380ABE6017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/>
              <a:t>Titre de la page</a:t>
            </a:r>
          </a:p>
        </p:txBody>
      </p:sp>
    </p:spTree>
    <p:extLst>
      <p:ext uri="{BB962C8B-B14F-4D97-AF65-F5344CB8AC3E}">
        <p14:creationId xmlns:p14="http://schemas.microsoft.com/office/powerpoint/2010/main" val="183648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Espace réservé du contenu 22" descr="Une image contenant eau, sport, nageant, sport aquatique&#10;&#10;Description générée automatiquement">
            <a:extLst>
              <a:ext uri="{FF2B5EF4-FFF2-40B4-BE49-F238E27FC236}">
                <a16:creationId xmlns:a16="http://schemas.microsoft.com/office/drawing/2014/main" id="{1EEB3576-0FEC-4A6E-AD81-8ABF6D17FBCF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274"/>
          <a:stretch/>
        </p:blipFill>
        <p:spPr>
          <a:xfrm>
            <a:off x="5468938" y="1674255"/>
            <a:ext cx="4565650" cy="4755120"/>
          </a:xfrm>
        </p:spPr>
      </p:pic>
      <p:sp>
        <p:nvSpPr>
          <p:cNvPr id="6" name="Titre 5">
            <a:extLst>
              <a:ext uri="{FF2B5EF4-FFF2-40B4-BE49-F238E27FC236}">
                <a16:creationId xmlns:a16="http://schemas.microsoft.com/office/drawing/2014/main" id="{2D361A10-D90A-439B-8BD0-F95042E05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NOM DU CHAPITRE 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232BECF7-029E-4670-A761-C3D1AD04888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algn="l"/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Powder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jelly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cheesecake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ice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cream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sweet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macaroon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chocolate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cake donut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tootsie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roll.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Marzipan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lemon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drops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macaroon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liquorice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soufflé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halvah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.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Chocolate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bar tiramisu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pastry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topping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jelly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-o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sesame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snaps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sweet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roll. Marshmallow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carrot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cake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cake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candy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canes dessert.</a:t>
            </a:r>
          </a:p>
          <a:p>
            <a:pPr algn="l"/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Jelly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ice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cream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bear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claw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sweet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cupcake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candy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canes. Lollipop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chocolate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oat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cake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chocolate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bar wafer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gummies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. Wafer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sesame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snaps muffin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pastry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dragée. Caramels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marzipan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chocolate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. Marshmallow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carrot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cake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macaroon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cookie.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Chocolate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cake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cake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gingerbread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. Bonbon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icing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gummies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sweet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apple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pie. Jelly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ice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cream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bear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claw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sweet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cupcake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candy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canes. Lollipop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chocolate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oat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cake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chocolate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bar wafer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gummies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. Wafer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sesame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snaps muffin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pastry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dragée.</a:t>
            </a:r>
          </a:p>
          <a:p>
            <a:br>
              <a:rPr lang="fr-FR" dirty="0"/>
            </a:br>
            <a:endParaRPr lang="fr-FR" b="0" i="0" dirty="0">
              <a:solidFill>
                <a:srgbClr val="404040"/>
              </a:solidFill>
              <a:effectLst/>
              <a:latin typeface="Museo Sans"/>
            </a:endParaRP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B51A72A9-A371-4BA6-8769-2E23D21D8A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/>
              <a:t>Titre de la page</a:t>
            </a:r>
          </a:p>
          <a:p>
            <a:endParaRPr lang="fr-FR" dirty="0"/>
          </a:p>
        </p:txBody>
      </p:sp>
      <p:pic>
        <p:nvPicPr>
          <p:cNvPr id="19" name="Espace réservé du contenu 18" descr="Badge 1 contour">
            <a:extLst>
              <a:ext uri="{FF2B5EF4-FFF2-40B4-BE49-F238E27FC236}">
                <a16:creationId xmlns:a16="http://schemas.microsoft.com/office/drawing/2014/main" id="{1B479826-23A1-4097-9322-029E97FF437B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7256" y="3902075"/>
            <a:ext cx="723900" cy="723900"/>
          </a:xfrm>
        </p:spPr>
      </p:pic>
      <p:pic>
        <p:nvPicPr>
          <p:cNvPr id="17" name="Espace réservé du contenu 16" descr="Badge contour">
            <a:extLst>
              <a:ext uri="{FF2B5EF4-FFF2-40B4-BE49-F238E27FC236}">
                <a16:creationId xmlns:a16="http://schemas.microsoft.com/office/drawing/2014/main" id="{A3388640-5655-4220-894C-17547A809258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5350" y="4806950"/>
            <a:ext cx="723900" cy="723900"/>
          </a:xfrm>
        </p:spPr>
      </p:pic>
      <p:pic>
        <p:nvPicPr>
          <p:cNvPr id="21" name="Espace réservé du contenu 20" descr="Badge 3 contour">
            <a:extLst>
              <a:ext uri="{FF2B5EF4-FFF2-40B4-BE49-F238E27FC236}">
                <a16:creationId xmlns:a16="http://schemas.microsoft.com/office/drawing/2014/main" id="{35E8860D-1A8A-4555-BA76-D3273C3242C5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5350" y="5705475"/>
            <a:ext cx="723900" cy="723900"/>
          </a:xfrm>
        </p:spPr>
      </p:pic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6B73B830-E2BE-4D57-A54A-AA69B7EADB7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20659" y="4116589"/>
            <a:ext cx="3265487" cy="361950"/>
          </a:xfrm>
        </p:spPr>
        <p:txBody>
          <a:bodyPr/>
          <a:lstStyle/>
          <a:p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Jelly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ice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cream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bear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claw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sweet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cupcake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candy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canes</a:t>
            </a:r>
            <a:endParaRPr lang="fr-FR" dirty="0"/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2BC747ED-1E74-40AD-B644-2A333A5609B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20599" y="4998043"/>
            <a:ext cx="3265487" cy="361950"/>
          </a:xfrm>
        </p:spPr>
        <p:txBody>
          <a:bodyPr/>
          <a:lstStyle/>
          <a:p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Jelly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ice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cream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b Lollipop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chocolate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oat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cake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chocolate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bar wafer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gummies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. Wafer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sesame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snaps.</a:t>
            </a:r>
            <a:endParaRPr lang="fr-FR" dirty="0"/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68F049E8-0228-43E4-8BFE-EE4E54C089D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687364" y="5879497"/>
            <a:ext cx="3265487" cy="361950"/>
          </a:xfrm>
        </p:spPr>
        <p:txBody>
          <a:bodyPr/>
          <a:lstStyle/>
          <a:p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Jelly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ice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cream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bear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claw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sweet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cupcake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candy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canes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60489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Espace réservé du contenu 16" descr="Badge 1 contour">
            <a:extLst>
              <a:ext uri="{FF2B5EF4-FFF2-40B4-BE49-F238E27FC236}">
                <a16:creationId xmlns:a16="http://schemas.microsoft.com/office/drawing/2014/main" id="{B295970D-374D-4C87-9047-D8BA4A4FB052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15269" y="2553494"/>
            <a:ext cx="914400" cy="914400"/>
          </a:xfrm>
        </p:spPr>
      </p:pic>
      <p:pic>
        <p:nvPicPr>
          <p:cNvPr id="19" name="Espace réservé du contenu 18" descr="Badge contour">
            <a:extLst>
              <a:ext uri="{FF2B5EF4-FFF2-40B4-BE49-F238E27FC236}">
                <a16:creationId xmlns:a16="http://schemas.microsoft.com/office/drawing/2014/main" id="{B3583844-C4EC-47CC-B918-32F7324CE2F5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60788" y="2553494"/>
            <a:ext cx="914400" cy="914400"/>
          </a:xfrm>
        </p:spPr>
      </p:pic>
      <p:pic>
        <p:nvPicPr>
          <p:cNvPr id="21" name="Espace réservé du contenu 20" descr="Badge 3 contour">
            <a:extLst>
              <a:ext uri="{FF2B5EF4-FFF2-40B4-BE49-F238E27FC236}">
                <a16:creationId xmlns:a16="http://schemas.microsoft.com/office/drawing/2014/main" id="{15793CC3-9F65-4083-95AF-CE7AB0F1AAED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06306" y="2553494"/>
            <a:ext cx="914400" cy="914400"/>
          </a:xfrm>
        </p:spPr>
      </p:pic>
      <p:pic>
        <p:nvPicPr>
          <p:cNvPr id="23" name="Espace réservé du contenu 22" descr="Badge 4 contour">
            <a:extLst>
              <a:ext uri="{FF2B5EF4-FFF2-40B4-BE49-F238E27FC236}">
                <a16:creationId xmlns:a16="http://schemas.microsoft.com/office/drawing/2014/main" id="{1B789FF4-E6B2-449E-AF21-195015F265F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65319" y="2553494"/>
            <a:ext cx="914400" cy="914400"/>
          </a:xfrm>
        </p:spPr>
      </p:pic>
      <p:sp>
        <p:nvSpPr>
          <p:cNvPr id="5" name="Titre 4">
            <a:extLst>
              <a:ext uri="{FF2B5EF4-FFF2-40B4-BE49-F238E27FC236}">
                <a16:creationId xmlns:a16="http://schemas.microsoft.com/office/drawing/2014/main" id="{AAC6E14C-8E91-448E-8FD8-DE1D4175F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NOM DU CHAPITRE 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BF80DB9C-289F-4A27-962B-1BB775968C3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fr-FR" dirty="0"/>
              <a:t>Titre de la page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0CC2DFC1-044C-4333-B7B4-DC049E327849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Jelly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ice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cream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bear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claw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sweet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cupcake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candy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canes. Lollipop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chocolate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oat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cake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chocolate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bar wafer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gummies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.</a:t>
            </a:r>
            <a:endParaRPr lang="fr-FR" dirty="0"/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801B06F5-BBFD-4723-9C5F-32C17CBD4391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Jelly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ice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cream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bear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claw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sweet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cupcake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candy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canes. Lollipop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chocolate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oat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cake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chocolate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bar wafer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gummies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.</a:t>
            </a:r>
            <a:endParaRPr lang="fr-FR" dirty="0"/>
          </a:p>
        </p:txBody>
      </p:sp>
      <p:sp>
        <p:nvSpPr>
          <p:cNvPr id="13" name="Espace réservé du contenu 12">
            <a:extLst>
              <a:ext uri="{FF2B5EF4-FFF2-40B4-BE49-F238E27FC236}">
                <a16:creationId xmlns:a16="http://schemas.microsoft.com/office/drawing/2014/main" id="{3459FF5F-7614-49CA-A875-6A5F07474B08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Jelly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ice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cream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bear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claw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sweet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cupcake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candy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canes. Lollipop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chocolate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oat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cake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chocolate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bar wafer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gummies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.</a:t>
            </a:r>
            <a:endParaRPr lang="fr-FR" dirty="0"/>
          </a:p>
        </p:txBody>
      </p:sp>
      <p:sp>
        <p:nvSpPr>
          <p:cNvPr id="14" name="Espace réservé du contenu 13">
            <a:extLst>
              <a:ext uri="{FF2B5EF4-FFF2-40B4-BE49-F238E27FC236}">
                <a16:creationId xmlns:a16="http://schemas.microsoft.com/office/drawing/2014/main" id="{4EA89F8E-53F7-4E1E-A981-6E63E295E882}"/>
              </a:ext>
            </a:extLst>
          </p:cNvPr>
          <p:cNvSpPr>
            <a:spLocks noGrp="1"/>
          </p:cNvSpPr>
          <p:nvPr>
            <p:ph sz="quarter" idx="20"/>
          </p:nvPr>
        </p:nvSpPr>
        <p:spPr/>
        <p:txBody>
          <a:bodyPr/>
          <a:lstStyle/>
          <a:p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Jelly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ice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cream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bear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claw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sweet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cupcake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candy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canes. Lollipop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chocolate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oat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cake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chocolate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bar wafer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gummies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.</a:t>
            </a:r>
            <a:endParaRPr lang="fr-FR" dirty="0"/>
          </a:p>
        </p:txBody>
      </p:sp>
      <p:sp>
        <p:nvSpPr>
          <p:cNvPr id="15" name="Espace réservé du contenu 14">
            <a:extLst>
              <a:ext uri="{FF2B5EF4-FFF2-40B4-BE49-F238E27FC236}">
                <a16:creationId xmlns:a16="http://schemas.microsoft.com/office/drawing/2014/main" id="{44538B79-0D37-4D55-8B64-59E7AC46A9C1}"/>
              </a:ext>
            </a:extLst>
          </p:cNvPr>
          <p:cNvSpPr>
            <a:spLocks noGrp="1"/>
          </p:cNvSpPr>
          <p:nvPr>
            <p:ph sz="quarter" idx="21"/>
          </p:nvPr>
        </p:nvSpPr>
        <p:spPr/>
        <p:txBody>
          <a:bodyPr/>
          <a:lstStyle/>
          <a:p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Powder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jelly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cheesecake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ice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cream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sweet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macaroon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chocolate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cake donut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tootsie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roll.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Marzipan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lemon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drops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macaroon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liquorice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soufflé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halvah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.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Chocolate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bar tiramisu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pastry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topping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jelly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-o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sesame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snaps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sweet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roll. Marshmallow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carrot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cake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cake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</a:t>
            </a:r>
            <a:r>
              <a:rPr lang="fr-FR" b="0" i="0" dirty="0" err="1">
                <a:solidFill>
                  <a:srgbClr val="404040"/>
                </a:solidFill>
                <a:effectLst/>
                <a:latin typeface="Museo Sans"/>
              </a:rPr>
              <a:t>candy</a:t>
            </a:r>
            <a:r>
              <a:rPr lang="fr-FR" b="0" i="0" dirty="0">
                <a:solidFill>
                  <a:srgbClr val="404040"/>
                </a:solidFill>
                <a:effectLst/>
                <a:latin typeface="Museo Sans"/>
              </a:rPr>
              <a:t> canes dessert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822160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re 12">
            <a:extLst>
              <a:ext uri="{FF2B5EF4-FFF2-40B4-BE49-F238E27FC236}">
                <a16:creationId xmlns:a16="http://schemas.microsoft.com/office/drawing/2014/main" id="{CF092F47-99F5-4B8E-A51B-600B6BCF0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4" name="Espace réservé du contenu 13">
            <a:extLst>
              <a:ext uri="{FF2B5EF4-FFF2-40B4-BE49-F238E27FC236}">
                <a16:creationId xmlns:a16="http://schemas.microsoft.com/office/drawing/2014/main" id="{9C92CC9B-A504-496E-A0FE-0E2100AA8C1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DDDD8F09-803B-44E6-900A-B5B6702287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9110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38E4683C-6DA1-49AF-A6B3-AF7AF553C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5491138B-59ED-4DBA-9117-EC934C4561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FR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258242619"/>
      </p:ext>
    </p:extLst>
  </p:cSld>
  <p:clrMapOvr>
    <a:masterClrMapping/>
  </p:clrMapOvr>
</p:sld>
</file>

<file path=ppt/theme/theme1.xml><?xml version="1.0" encoding="utf-8"?>
<a:theme xmlns:a="http://schemas.openxmlformats.org/drawingml/2006/main" name="Conception personnalisé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1190</TotalTime>
  <Words>541</Words>
  <Application>Microsoft Office PowerPoint</Application>
  <PresentationFormat>Personnalisé</PresentationFormat>
  <Paragraphs>31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6" baseType="lpstr">
      <vt:lpstr>Arial</vt:lpstr>
      <vt:lpstr>Calibri</vt:lpstr>
      <vt:lpstr>Museo Sans</vt:lpstr>
      <vt:lpstr>Sarabum semibold</vt:lpstr>
      <vt:lpstr>Sarabun regular</vt:lpstr>
      <vt:lpstr>Sarabun SemiBold</vt:lpstr>
      <vt:lpstr>Conception personnalisée</vt:lpstr>
      <vt:lpstr>Titre du document</vt:lpstr>
      <vt:lpstr>Titre du document</vt:lpstr>
      <vt:lpstr>Titre du chapitre lorem ispum lolipop</vt:lpstr>
      <vt:lpstr>1. NOM DU CHAPITRE </vt:lpstr>
      <vt:lpstr>1. NOM DU CHAPITRE </vt:lpstr>
      <vt:lpstr>1. NOM DU CHAPITRE </vt:lpstr>
      <vt:lpstr>1. NOM DU CHAPITRE 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Emilie Dupas</dc:creator>
  <cp:lastModifiedBy>Emilie Dupas</cp:lastModifiedBy>
  <cp:revision>26</cp:revision>
  <dcterms:created xsi:type="dcterms:W3CDTF">2021-01-12T15:14:18Z</dcterms:created>
  <dcterms:modified xsi:type="dcterms:W3CDTF">2021-01-13T11:05:59Z</dcterms:modified>
</cp:coreProperties>
</file>